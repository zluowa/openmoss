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4"/>
    <p:sldId id="256" r:id="rId2"/>
    <p:sldId id="257" r:id="rId3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chart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First-slide speaker notes: revenue increased from 10 to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body: a green ellipse and one raster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Third-slide notes must appear first after the presentation order is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ITY_MASTER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143F6B"/>
          </a:solidFill>
          <a:ln w="12700">
            <a:solidFill>
              <a:srgbClr val="143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0" y="65379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3F6B"/>
                </a:solidFill>
              </a:rPr>
              <a:t>MASTER STAMP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F6B"/>
                </a:solidFill>
              </a:rPr>
              <a:t>FIRST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A3151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88720"/>
            <a:ext cx="914400" cy="91440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474720" y="118872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8138160" cy="118872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North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South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2743200" cy="1828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315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B1FA2"/>
                </a:solidFill>
              </a:rPr>
              <a:t>THIRD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中文字体测试 / CJK preview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Preview Structural Fixture</dc:title>
  <dc:subject>Synthetic test-only fixture; no customer data</dc:subject>
  <dc:creator>Moss preview test fixture</dc:creator>
  <cp:lastModifiedBy>Moss preview test fixture</cp:lastModifiedBy>
  <cp:revision>1</cp:revision>
  <dcterms:created xsi:type="dcterms:W3CDTF">2026-09-08T20:39:13Z</dcterms:created>
  <dcterms:modified xsi:type="dcterms:W3CDTF">2026-09-08T20:39:13Z</dcterms:modified>
</cp:coreProperties>
</file>